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Default Extension="jpeg" ContentType="image/jpeg"/>
  <Default Extension="jpg" ContentType="image/jpeg"/>
  <Override PartName="/ppt/presentation.xml" ContentType="application/vnd.openxmlformats-officedocument.presentationml.presentation.main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notesMasters/notesMaster11.xml" ContentType="application/vnd.openxmlformats-officedocument.presentationml.notesMaster+xml"/>
  <Override PartName="/ppt/theme/theme21.xml" ContentType="application/vnd.openxmlformats-officedocument.theme+xml"/>
  <Override PartName="/ppt/slideLayouts/slideLayout151.xml" ContentType="application/vnd.openxmlformats-officedocument.presentationml.slideLayout+xml"/>
  <Override PartName="/ppt/slideMasters/slideMaster11.xml" ContentType="application/vnd.openxmlformats-officedocument.presentationml.slideMaster+xml"/>
  <Override PartName="/ppt/slideLayouts/slideLayout8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theme/theme12.xml" ContentType="application/vnd.openxmlformats-officedocument.theme+xml"/>
  <Override PartName="/ppt/slideLayouts/slideLayout210.xml" ContentType="application/vnd.openxmlformats-officedocument.presentationml.slideLayout+xml"/>
  <Override PartName="/ppt/slideLayouts/slideLayout1611.xml" ContentType="application/vnd.openxmlformats-officedocument.presentationml.slideLayout+xml"/>
  <Override PartName="/ppt/slideLayouts/slideLayout20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614.xml" ContentType="application/vnd.openxmlformats-officedocument.presentationml.slideLayout+xml"/>
  <Override PartName="/ppt/slideLayouts/slideLayout1115.xml" ContentType="application/vnd.openxmlformats-officedocument.presentationml.slideLayout+xml"/>
  <Override PartName="/ppt/slideLayouts/slideLayout2416.xml" ContentType="application/vnd.openxmlformats-officedocument.presentationml.slideLayout+xml"/>
  <Override PartName="/ppt/slideLayouts/slideLayout517.xml" ContentType="application/vnd.openxmlformats-officedocument.presentationml.slideLayout+xml"/>
  <Override PartName="/ppt/slideLayouts/slideLayout2318.xml" ContentType="application/vnd.openxmlformats-officedocument.presentationml.slideLayout+xml"/>
  <Override PartName="/ppt/slideLayouts/slideLayout1019.xml" ContentType="application/vnd.openxmlformats-officedocument.presentationml.slideLayout+xml"/>
  <Override PartName="/ppt/slideLayouts/slideLayout1920.xml" ContentType="application/vnd.openxmlformats-officedocument.presentationml.slideLayout+xml"/>
  <Override PartName="/ppt/slideLayouts/slideLayout421.xml" ContentType="application/vnd.openxmlformats-officedocument.presentationml.slideLayout+xml"/>
  <Override PartName="/ppt/slideLayouts/slideLayout922.xml" ContentType="application/vnd.openxmlformats-officedocument.presentationml.slideLayout+xml"/>
  <Override PartName="/ppt/slideLayouts/slideLayout1423.xml" ContentType="application/vnd.openxmlformats-officedocument.presentationml.slideLayout+xml"/>
  <Override PartName="/ppt/slideLayouts/slideLayout2224.xml" ContentType="application/vnd.openxmlformats-officedocument.presentationml.slideLayout+xml"/>
  <Override PartName="/ppt/slides/slide92.xml" ContentType="application/vnd.openxmlformats-officedocument.presentationml.slide+xml"/>
  <Override PartName="/ppt/notesSlides/notesSlide92.xml" ContentType="application/vnd.openxmlformats-officedocument.presentationml.notesSlide+xml"/>
  <Override PartName="/customXml/item3.xml" ContentType="application/xml"/>
  <Override PartName="/customXml/itemProps31.xml" ContentType="application/vnd.openxmlformats-officedocument.customXmlProperties+xml"/>
  <Override PartName="/ppt/viewProps.xml" ContentType="application/vnd.openxmlformats-officedocument.presentationml.viewProps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84.xml" ContentType="application/vnd.openxmlformats-officedocument.presentationml.slide+xml"/>
  <Override PartName="/ppt/notesSlides/notesSlide84.xml" ContentType="application/vnd.openxmlformats-officedocument.presentationml.notesSlide+xml"/>
  <Override PartName="/ppt/slides/slide135.xml" ContentType="application/vnd.openxmlformats-officedocument.presentationml.slide+xml"/>
  <Override PartName="/ppt/notesSlides/notesSlide135.xml" ContentType="application/vnd.openxmlformats-officedocument.presentationml.notesSlide+xml"/>
  <Override PartName="/customXml/item22.xml" ContentType="application/xml"/>
  <Override PartName="/customXml/itemProps22.xml" ContentType="application/vnd.openxmlformats-officedocument.customXmlProperties+xml"/>
  <Override PartName="/ppt/slides/slide126.xml" ContentType="application/vnd.openxmlformats-officedocument.presentationml.slide+xml"/>
  <Override PartName="/ppt/notesSlides/notesSlide126.xml" ContentType="application/vnd.openxmlformats-officedocument.presentationml.notesSlide+xml"/>
  <Override PartName="/ppt/presProps.xml" ContentType="application/vnd.openxmlformats-officedocument.presentationml.presProps+xml"/>
  <Override PartName="/customXml/item13.xml" ContentType="application/xml"/>
  <Override PartName="/customXml/itemProps13.xml" ContentType="application/vnd.openxmlformats-officedocument.customXmlProperties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78.xml" ContentType="application/vnd.openxmlformats-officedocument.presentationml.slide+xml"/>
  <Override PartName="/ppt/notesSlides/notesSlide7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1110.xml" ContentType="application/vnd.openxmlformats-officedocument.presentationml.slide+xml"/>
  <Override PartName="/ppt/notesSlides/notesSlide1110.xml" ContentType="application/vnd.openxmlformats-officedocument.presentationml.notesSlide+xml"/>
  <Override PartName="/ppt/tableStyles.xml" ContentType="application/vnd.openxmlformats-officedocument.presentationml.tableStyles+xml"/>
  <Override PartName="/ppt/slides/slide611.xml" ContentType="application/vnd.openxmlformats-officedocument.presentationml.slide+xml"/>
  <Override PartName="/ppt/notesSlides/notesSlide611.xml" ContentType="application/vnd.openxmlformats-officedocument.presentationml.notesSlide+xml"/>
  <Override PartName="/ppt/handoutMasters/handoutMaster11.xml" ContentType="application/vnd.openxmlformats-officedocument.presentationml.handoutMaster+xml"/>
  <Override PartName="/ppt/theme/theme33.xml" ContentType="application/vnd.openxmlformats-officedocument.theme+xml"/>
  <Override PartName="/ppt/slides/slide512.xml" ContentType="application/vnd.openxmlformats-officedocument.presentationml.slide+xml"/>
  <Override PartName="/ppt/notesSlides/notesSlide512.xml" ContentType="application/vnd.openxmlformats-officedocument.presentationml.notesSlide+xml"/>
  <Override PartName="/ppt/slides/slide1013.xml" ContentType="application/vnd.openxmlformats-officedocument.presentationml.slide+xml"/>
  <Override PartName="/ppt/notesSlides/notesSlide1013.xml" ContentType="application/vnd.openxmlformats-officedocument.presentationml.notesSlide+xml"/>
  <Override PartName="/docMetadata/LabelInfo.xml" ContentType="application/vnd.ms-office.classificationlabels+xml"/>
  <Override PartName="/docProps/custom.xml" ContentType="application/vnd.openxmlformats-officedocument.custom-propertie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microsoft.com/office/2020/02/relationships/classificationlabels" Target="/docMetadata/LabelInfo.xml" Id="rId6" /><Relationship Type="http://schemas.openxmlformats.org/officeDocument/2006/relationships/custom-properties" Target="/docProps/custom.xml" Id="rId5" /><Relationship Type="http://schemas.openxmlformats.org/officeDocument/2006/relationships/extended-properties" Target="/docProps/app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6" r:id="rId4"/>
  </p:sldMasterIdLst>
  <p:notesMasterIdLst>
    <p:notesMasterId r:id="rId18"/>
  </p:notesMasterIdLst>
  <p:handoutMasterIdLst>
    <p:handoutMasterId r:id="rId19"/>
  </p:handoutMasterIdLst>
  <p:sldIdLst>
    <p:sldId id="332" r:id="rId5"/>
    <p:sldId id="333" r:id="rId6"/>
    <p:sldId id="334" r:id="rId7"/>
    <p:sldId id="336" r:id="rId8"/>
    <p:sldId id="337" r:id="rId9"/>
    <p:sldId id="338" r:id="rId10"/>
    <p:sldId id="339" r:id="rId11"/>
    <p:sldId id="340" r:id="rId12"/>
    <p:sldId id="341" r:id="rId13"/>
    <p:sldId id="342" r:id="rId14"/>
    <p:sldId id="343" r:id="rId15"/>
    <p:sldId id="344" r:id="rId16"/>
    <p:sldId id="34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083E6E3-FA7D-4D7B-A595-EF9225AFEA82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79" autoAdjust="0"/>
    <p:restoredTop sz="95388" autoAdjust="0"/>
  </p:normalViewPr>
  <p:slideViewPr>
    <p:cSldViewPr snapToGrid="0">
      <p:cViewPr varScale="1">
        <p:scale>
          <a:sx n="111" d="100"/>
          <a:sy n="111" d="100"/>
        </p:scale>
        <p:origin x="57" y="3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45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3240" y="67"/>
      </p:cViewPr>
      <p:guideLst/>
    </p:cSldViewPr>
  </p:notes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41.xml" Id="rId8" /><Relationship Type="http://schemas.openxmlformats.org/officeDocument/2006/relationships/slide" Target="/ppt/slides/slide92.xml" Id="rId13" /><Relationship Type="http://schemas.openxmlformats.org/officeDocument/2006/relationships/notesMaster" Target="/ppt/notesMasters/notesMaster11.xml" Id="rId18" /><Relationship Type="http://schemas.openxmlformats.org/officeDocument/2006/relationships/customXml" Target="/customXml/item3.xml" Id="rId3" /><Relationship Type="http://schemas.openxmlformats.org/officeDocument/2006/relationships/viewProps" Target="/ppt/viewProps.xml" Id="rId21" /><Relationship Type="http://schemas.openxmlformats.org/officeDocument/2006/relationships/slide" Target="/ppt/slides/slide33.xml" Id="rId7" /><Relationship Type="http://schemas.openxmlformats.org/officeDocument/2006/relationships/slide" Target="/ppt/slides/slide84.xml" Id="rId12" /><Relationship Type="http://schemas.openxmlformats.org/officeDocument/2006/relationships/slide" Target="/ppt/slides/slide135.xml" Id="rId17" /><Relationship Type="http://schemas.openxmlformats.org/officeDocument/2006/relationships/customXml" Target="/customXml/item22.xml" Id="rId2" /><Relationship Type="http://schemas.openxmlformats.org/officeDocument/2006/relationships/slide" Target="/ppt/slides/slide126.xml" Id="rId16" /><Relationship Type="http://schemas.openxmlformats.org/officeDocument/2006/relationships/presProps" Target="/ppt/presProps.xml" Id="rId20" /><Relationship Type="http://schemas.openxmlformats.org/officeDocument/2006/relationships/customXml" Target="/customXml/item13.xml" Id="rId1" /><Relationship Type="http://schemas.openxmlformats.org/officeDocument/2006/relationships/slide" Target="/ppt/slides/slide27.xml" Id="rId6" /><Relationship Type="http://schemas.openxmlformats.org/officeDocument/2006/relationships/slide" Target="/ppt/slides/slide78.xml" Id="rId11" /><Relationship Type="http://schemas.openxmlformats.org/officeDocument/2006/relationships/slide" Target="/ppt/slides/slide19.xml" Id="rId5" /><Relationship Type="http://schemas.openxmlformats.org/officeDocument/2006/relationships/slide" Target="/ppt/slides/slide1110.xml" Id="rId15" /><Relationship Type="http://schemas.openxmlformats.org/officeDocument/2006/relationships/tableStyles" Target="/ppt/tableStyles.xml" Id="rId23" /><Relationship Type="http://schemas.openxmlformats.org/officeDocument/2006/relationships/slide" Target="/ppt/slides/slide611.xml" Id="rId10" /><Relationship Type="http://schemas.openxmlformats.org/officeDocument/2006/relationships/handoutMaster" Target="/ppt/handoutMasters/handoutMaster11.xml" Id="rId19" /><Relationship Type="http://schemas.openxmlformats.org/officeDocument/2006/relationships/slideMaster" Target="/ppt/slideMasters/slideMaster11.xml" Id="rId4" /><Relationship Type="http://schemas.openxmlformats.org/officeDocument/2006/relationships/slide" Target="/ppt/slides/slide512.xml" Id="rId9" /><Relationship Type="http://schemas.openxmlformats.org/officeDocument/2006/relationships/slide" Target="/ppt/slides/slide1013.xml" Id="rId14" /><Relationship Type="http://schemas.openxmlformats.org/officeDocument/2006/relationships/theme" Target="/ppt/theme/theme12.xml" Id="rId22" /></Relationships>
</file>

<file path=ppt/handoutMasters/_rels/handoutMaster11.xml.rels>&#65279;<?xml version="1.0" encoding="utf-8"?><Relationships xmlns="http://schemas.openxmlformats.org/package/2006/relationships"><Relationship Type="http://schemas.openxmlformats.org/officeDocument/2006/relationships/theme" Target="/ppt/theme/theme33.xml" Id="rId1" /></Relationships>
</file>

<file path=ppt/handoutMasters/handoutMaster1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D8E7403-EB4A-4177-AFCE-6A9D7B160C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C49177-C030-4043-9380-EA6E4C94A1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C7415F-6970-4DE4-93F1-94FEF07D0F1C}" type="datetimeFigureOut">
              <a:rPr lang="en-US" smtClean="0"/>
              <a:t>3/8/2024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4C83CE-EC9B-40C4-BD7A-48797AE5B1D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E9A75D-9B4E-4704-98C7-2A42472F118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CC6D6D-E986-427F-AD9C-4E9408DDBE5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774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1.xml.rels>&#65279;<?xml version="1.0" encoding="utf-8"?><Relationships xmlns="http://schemas.openxmlformats.org/package/2006/relationships"><Relationship Type="http://schemas.openxmlformats.org/officeDocument/2006/relationships/theme" Target="/ppt/theme/theme21.xml" Id="rId1" /></Relationships>
</file>

<file path=ppt/notesMasters/notesMaster1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86E6E5-5A19-4AE7-8D4E-049C5315C9A0}" type="datetimeFigureOut">
              <a:rPr lang="en-US" smtClean="0"/>
              <a:t>3/8/2024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5A580F-E35D-42E1-AF82-E41CC201EA9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6806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Id2" /><Relationship Type="http://schemas.openxmlformats.org/officeDocument/2006/relationships/notesMaster" Target="/ppt/notesMasters/notesMaster11.xml" Id="rId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Id2" /><Relationship Type="http://schemas.openxmlformats.org/officeDocument/2006/relationships/notesMaster" Target="/ppt/notesMasters/notesMaster11.xml" Id="rId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Id2" /><Relationship Type="http://schemas.openxmlformats.org/officeDocument/2006/relationships/notesMaster" Target="/ppt/notesMasters/notesMaster11.xml" Id="rId1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Id2" /><Relationship Type="http://schemas.openxmlformats.org/officeDocument/2006/relationships/notesMaster" Target="/ppt/notesMasters/notesMaster11.xml" Id="rId1" /></Relationships>
</file>

<file path=ppt/notesSlides/_rels/notesSlide78.xml.rels>&#65279;<?xml version="1.0" encoding="utf-8"?><Relationships xmlns="http://schemas.openxmlformats.org/package/2006/relationships"><Relationship Type="http://schemas.openxmlformats.org/officeDocument/2006/relationships/slide" Target="/ppt/slides/slide78.xml" Id="rId2" /><Relationship Type="http://schemas.openxmlformats.org/officeDocument/2006/relationships/notesMaster" Target="/ppt/notesMasters/notesMaster11.xml" Id="rId1" /></Relationships>
</file>

<file path=ppt/notesSlides/_rels/notesSlide84.xml.rels>&#65279;<?xml version="1.0" encoding="utf-8"?><Relationships xmlns="http://schemas.openxmlformats.org/package/2006/relationships"><Relationship Type="http://schemas.openxmlformats.org/officeDocument/2006/relationships/slide" Target="/ppt/slides/slide84.xml" Id="rId2" /><Relationship Type="http://schemas.openxmlformats.org/officeDocument/2006/relationships/notesMaster" Target="/ppt/notesMasters/notesMaster11.xml" Id="rId1" /></Relationships>
</file>

<file path=ppt/notesSlides/_rels/notesSlide92.xml.rels>&#65279;<?xml version="1.0" encoding="utf-8"?><Relationships xmlns="http://schemas.openxmlformats.org/package/2006/relationships"><Relationship Type="http://schemas.openxmlformats.org/officeDocument/2006/relationships/slide" Target="/ppt/slides/slide92.xml" Id="rId2" /><Relationship Type="http://schemas.openxmlformats.org/officeDocument/2006/relationships/notesMaster" Target="/ppt/notesMasters/notesMaster11.xml" Id="rId1" /></Relationships>
</file>

<file path=ppt/notesSlides/_rels/notesSlide126.xml.rels>&#65279;<?xml version="1.0" encoding="utf-8"?><Relationships xmlns="http://schemas.openxmlformats.org/package/2006/relationships"><Relationship Type="http://schemas.openxmlformats.org/officeDocument/2006/relationships/slide" Target="/ppt/slides/slide126.xml" Id="rId2" /><Relationship Type="http://schemas.openxmlformats.org/officeDocument/2006/relationships/notesMaster" Target="/ppt/notesMasters/notesMaster11.xml" Id="rId1" /></Relationships>
</file>

<file path=ppt/notesSlides/_rels/notesSlide135.xml.rels>&#65279;<?xml version="1.0" encoding="utf-8"?><Relationships xmlns="http://schemas.openxmlformats.org/package/2006/relationships"><Relationship Type="http://schemas.openxmlformats.org/officeDocument/2006/relationships/slide" Target="/ppt/slides/slide135.xml" Id="rId2" /><Relationship Type="http://schemas.openxmlformats.org/officeDocument/2006/relationships/notesMaster" Target="/ppt/notesMasters/notesMaster11.xml" Id="rId1" /></Relationships>
</file>

<file path=ppt/notesSlides/_rels/notesSlide512.xml.rels>&#65279;<?xml version="1.0" encoding="utf-8"?><Relationships xmlns="http://schemas.openxmlformats.org/package/2006/relationships"><Relationship Type="http://schemas.openxmlformats.org/officeDocument/2006/relationships/slide" Target="/ppt/slides/slide512.xml" Id="rId2" /><Relationship Type="http://schemas.openxmlformats.org/officeDocument/2006/relationships/notesMaster" Target="/ppt/notesMasters/notesMaster11.xml" Id="rId1" /></Relationships>
</file>

<file path=ppt/notesSlides/_rels/notesSlide611.xml.rels>&#65279;<?xml version="1.0" encoding="utf-8"?><Relationships xmlns="http://schemas.openxmlformats.org/package/2006/relationships"><Relationship Type="http://schemas.openxmlformats.org/officeDocument/2006/relationships/slide" Target="/ppt/slides/slide611.xml" Id="rId2" /><Relationship Type="http://schemas.openxmlformats.org/officeDocument/2006/relationships/notesMaster" Target="/ppt/notesMasters/notesMaster11.xml" Id="rId1" /></Relationships>
</file>

<file path=ppt/notesSlides/_rels/notesSlide1013.xml.rels>&#65279;<?xml version="1.0" encoding="utf-8"?><Relationships xmlns="http://schemas.openxmlformats.org/package/2006/relationships"><Relationship Type="http://schemas.openxmlformats.org/officeDocument/2006/relationships/slide" Target="/ppt/slides/slide1013.xml" Id="rId2" /><Relationship Type="http://schemas.openxmlformats.org/officeDocument/2006/relationships/notesMaster" Target="/ppt/notesMasters/notesMaster11.xml" Id="rId1" /></Relationships>
</file>

<file path=ppt/notesSlides/_rels/notesSlide1110.xml.rels>&#65279;<?xml version="1.0" encoding="utf-8"?><Relationships xmlns="http://schemas.openxmlformats.org/package/2006/relationships"><Relationship Type="http://schemas.openxmlformats.org/officeDocument/2006/relationships/slide" Target="/ppt/slides/slide1110.xml" Id="rId2" /><Relationship Type="http://schemas.openxmlformats.org/officeDocument/2006/relationships/notesMaster" Target="/ppt/notesMasters/notesMaster11.xml" Id="rId1" /></Relationship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88466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53534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12166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0389338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835756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4026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670646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0852519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0536518"/>
      </p:ext>
    </p:extLst>
  </p:cSld>
  <p:clrMapOvr>
    <a:masterClrMapping/>
  </p:clrMapOvr>
</p:notes>
</file>

<file path=ppt/notesSlides/notesSlide5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4808257"/>
      </p:ext>
    </p:extLst>
  </p:cSld>
  <p:clrMapOvr>
    <a:masterClrMapping/>
  </p:clrMapOvr>
</p:notes>
</file>

<file path=ppt/notesSlides/notesSlide6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7358752"/>
      </p:ext>
    </p:extLst>
  </p:cSld>
  <p:clrMapOvr>
    <a:masterClrMapping/>
  </p:clrMapOvr>
</p:notes>
</file>

<file path=ppt/notesSlides/notesSlide10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8809092"/>
      </p:ext>
    </p:extLst>
  </p:cSld>
  <p:clrMapOvr>
    <a:masterClrMapping/>
  </p:clrMapOvr>
</p:notes>
</file>

<file path=ppt/notesSlides/notesSlide1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5A580F-E35D-42E1-AF82-E41CC201EA91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280656"/>
      </p:ext>
    </p:extLst>
  </p:cSld>
  <p:clrMapOvr>
    <a:masterClrMapping/>
  </p:clrMapOvr>
</p:note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7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8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1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1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1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15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17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18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2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2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4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5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6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9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10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11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14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16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19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20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22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23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_rels/slideLayout24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Id1" /></Relationships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991466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470460"/>
      </p:ext>
    </p:extLst>
  </p:cSld>
  <p:clrMapOvr>
    <a:masterClrMapping/>
  </p:clrMapOvr>
  <p:hf hdr="0" ftr="0" dt="0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046305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01862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9AE8321-5884-9E75-1272-926961F313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908591"/>
            <a:ext cx="4058728" cy="5225507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22DF521-FA73-0B43-D1F3-A28543BA84E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699125" y="0"/>
            <a:ext cx="5786438" cy="61341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00E6515-DDBF-35F4-5C9E-FF113FD164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274074"/>
            <a:ext cx="672354" cy="583926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B32A424-7EFB-F80C-2BDA-94D103A55F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68EFEEF-ABDC-22C9-C5DB-0494BEB868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699342" y="6136928"/>
            <a:ext cx="57867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68369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D7352414-3211-CEB2-31A1-11097989D43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5934" y="723900"/>
            <a:ext cx="3503757" cy="531641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BA26D20-54E1-2490-0D75-F08BCB7D3BF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5582232" y="2053087"/>
            <a:ext cx="5903332" cy="3987230"/>
          </a:xfrm>
        </p:spPr>
        <p:txBody>
          <a:bodyPr anchor="t"/>
          <a:lstStyle>
            <a:lvl1pPr marL="0" indent="0">
              <a:buNone/>
              <a:defRPr/>
            </a:lvl1pPr>
            <a:lvl2pPr marL="742950" indent="-285750">
              <a:buFont typeface="Arial" panose="020B0604020202020204" pitchFamily="34" charset="0"/>
              <a:buChar char="•"/>
              <a:defRPr/>
            </a:lvl2pPr>
            <a:lvl3pPr marL="1200150" indent="-285750">
              <a:buFont typeface="Arial" panose="020B0604020202020204" pitchFamily="34" charset="0"/>
              <a:buChar char="•"/>
              <a:defRPr/>
            </a:lvl3pPr>
            <a:lvl4pPr marL="1657350" indent="-285750">
              <a:buFont typeface="Arial" panose="020B0604020202020204" pitchFamily="34" charset="0"/>
              <a:buChar char="•"/>
              <a:defRPr/>
            </a:lvl4pPr>
            <a:lvl5pPr marL="2114550" indent="-28575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00E6515-DDBF-35F4-5C9E-FF113FD164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274074"/>
            <a:ext cx="672354" cy="583926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98A376F-AF56-AABE-DFA3-DE5A8C899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695467" y="723900"/>
            <a:ext cx="5790599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DE9D420-BBEC-E7C6-7E76-FB9791C71C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699342" y="6136928"/>
            <a:ext cx="57867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8800538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0">
            <a:extLst>
              <a:ext uri="{FF2B5EF4-FFF2-40B4-BE49-F238E27FC236}">
                <a16:creationId xmlns:a16="http://schemas.microsoft.com/office/drawing/2014/main" id="{6DC3399C-8B0E-4D7D-A955-FB1F37CF36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0520" y="776873"/>
            <a:ext cx="5854182" cy="3070508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1" name="Subtitle 11">
            <a:extLst>
              <a:ext uri="{FF2B5EF4-FFF2-40B4-BE49-F238E27FC236}">
                <a16:creationId xmlns:a16="http://schemas.microsoft.com/office/drawing/2014/main" id="{13C3C1EB-2C5B-4710-893A-9DD6284D5CB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1202" y="4088927"/>
            <a:ext cx="5842218" cy="188055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30" name="Picture Placeholder 28">
            <a:extLst>
              <a:ext uri="{FF2B5EF4-FFF2-40B4-BE49-F238E27FC236}">
                <a16:creationId xmlns:a16="http://schemas.microsoft.com/office/drawing/2014/main" id="{E335E712-C7FD-4BAC-B89C-58AF6594A4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00" y="0"/>
            <a:ext cx="4876800" cy="6858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541CC69-A0B0-C1BE-2165-D8AD1B7D2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4574" y="723899"/>
            <a:ext cx="57867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D54A957-6A3F-2C34-A453-905FBAE77C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4574" y="6136928"/>
            <a:ext cx="57867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3772010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9AE8321-5884-9E75-1272-926961F313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439" y="684311"/>
            <a:ext cx="4058728" cy="2749009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EB8AC8C-DEDA-D180-1CD8-B67B47276E3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57600" y="3662835"/>
            <a:ext cx="4064567" cy="2468396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22DF521-FA73-0B43-D1F3-A28543BA84E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5707756" y="4"/>
            <a:ext cx="5786438" cy="6134100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icon to insert picture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D527B4D-405A-DCD2-6970-1162843E0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14484" y="721031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00E6515-DDBF-35F4-5C9E-FF113FD164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274074"/>
            <a:ext cx="672354" cy="583926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3B79298-0F84-5214-4916-E9C0B4B46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699342" y="6136928"/>
            <a:ext cx="57867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44236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id="{4246B94A-8C64-4FBA-B409-1F9487E19C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4591" y="976997"/>
            <a:ext cx="11000209" cy="118822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736CFB-FEC9-D3FB-01C8-D0AF64ED3AE0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34593" y="2244725"/>
            <a:ext cx="5045105" cy="4233713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1800"/>
            </a:lvl1pPr>
            <a:lvl2pPr>
              <a:spcBef>
                <a:spcPts val="0"/>
              </a:spcBef>
              <a:spcAft>
                <a:spcPts val="1200"/>
              </a:spcAft>
              <a:defRPr sz="1600"/>
            </a:lvl2pPr>
            <a:lvl3pPr>
              <a:spcBef>
                <a:spcPts val="0"/>
              </a:spcBef>
              <a:spcAft>
                <a:spcPts val="1200"/>
              </a:spcAft>
              <a:defRPr sz="1400"/>
            </a:lvl3pPr>
            <a:lvl4pPr>
              <a:spcBef>
                <a:spcPts val="0"/>
              </a:spcBef>
              <a:spcAft>
                <a:spcPts val="1200"/>
              </a:spcAft>
              <a:defRPr sz="1200"/>
            </a:lvl4pPr>
            <a:lvl5pPr>
              <a:spcBef>
                <a:spcPts val="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3AC3921-F10C-2A33-F8DF-3B42EE1E3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4574" y="723899"/>
            <a:ext cx="1101022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A4F2998B-5567-1A45-7720-4998CC19EF0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412304" y="2244724"/>
            <a:ext cx="5322496" cy="4233713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1800"/>
            </a:lvl1pPr>
            <a:lvl2pPr>
              <a:spcBef>
                <a:spcPts val="0"/>
              </a:spcBef>
              <a:spcAft>
                <a:spcPts val="1200"/>
              </a:spcAft>
              <a:defRPr sz="1600"/>
            </a:lvl2pPr>
            <a:lvl3pPr>
              <a:spcBef>
                <a:spcPts val="0"/>
              </a:spcBef>
              <a:spcAft>
                <a:spcPts val="1200"/>
              </a:spcAft>
              <a:defRPr sz="1400"/>
            </a:lvl3pPr>
            <a:lvl4pPr>
              <a:spcBef>
                <a:spcPts val="0"/>
              </a:spcBef>
              <a:spcAft>
                <a:spcPts val="1200"/>
              </a:spcAft>
              <a:defRPr sz="1200"/>
            </a:lvl4pPr>
            <a:lvl5pPr>
              <a:spcBef>
                <a:spcPts val="0"/>
              </a:spcBef>
              <a:spcAft>
                <a:spcPts val="1200"/>
              </a:spcAft>
              <a:defRPr sz="12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57EDA23-301F-47EE-3683-0B3206D8F5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411460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001722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Conten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0">
            <a:extLst>
              <a:ext uri="{FF2B5EF4-FFF2-40B4-BE49-F238E27FC236}">
                <a16:creationId xmlns:a16="http://schemas.microsoft.com/office/drawing/2014/main" id="{6DC3399C-8B0E-4D7D-A955-FB1F37CF36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34591" y="992528"/>
            <a:ext cx="10722817" cy="118822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C6D5E5-DE84-EC37-75DB-50DB75B5CD4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43216" y="2244725"/>
            <a:ext cx="3277639" cy="3903663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/>
            </a:lvl1pPr>
            <a:lvl2pPr>
              <a:spcBef>
                <a:spcPts val="0"/>
              </a:spcBef>
              <a:spcAft>
                <a:spcPts val="1200"/>
              </a:spcAft>
              <a:defRPr/>
            </a:lvl2pPr>
            <a:lvl3pPr>
              <a:spcBef>
                <a:spcPts val="0"/>
              </a:spcBef>
              <a:spcAft>
                <a:spcPts val="1200"/>
              </a:spcAft>
              <a:defRPr/>
            </a:lvl3pPr>
            <a:lvl4pPr>
              <a:spcBef>
                <a:spcPts val="0"/>
              </a:spcBef>
              <a:spcAft>
                <a:spcPts val="1200"/>
              </a:spcAft>
              <a:defRPr/>
            </a:lvl4pPr>
            <a:lvl5pPr>
              <a:spcBef>
                <a:spcPts val="0"/>
              </a:spcBef>
              <a:spcAft>
                <a:spcPts val="1200"/>
              </a:spcAft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C6DB8F81-B3A9-1D53-A844-F980B4ED20C9}"/>
              </a:ext>
            </a:extLst>
          </p:cNvPr>
          <p:cNvSpPr>
            <a:spLocks noGrp="1"/>
          </p:cNvSpPr>
          <p:nvPr>
            <p:ph type="tbl" sz="quarter" idx="15" hasCustomPrompt="1"/>
          </p:nvPr>
        </p:nvSpPr>
        <p:spPr>
          <a:xfrm>
            <a:off x="4406900" y="2244725"/>
            <a:ext cx="7061200" cy="390366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147C2FA-8BD9-36BF-787A-3B3C4847BF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33A6849-B613-7080-903C-A7A211B7C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4574" y="723899"/>
            <a:ext cx="1076149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1801784"/>
      </p:ext>
    </p:extLst>
  </p:cSld>
  <p:clrMapOvr>
    <a:masterClrMapping/>
  </p:clrMapOvr>
</p:sldLayout>
</file>

<file path=ppt/slideLayouts/slideLayout4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967514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5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87" y="929148"/>
            <a:ext cx="10640005" cy="7615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5282192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078220"/>
      </p:ext>
    </p:extLst>
  </p:cSld>
  <p:clrMapOvr>
    <a:masterClrMapping/>
  </p:clrMapOvr>
  <p:hf hdr="0" ftr="0" dt="0"/>
</p:sldLayout>
</file>

<file path=ppt/slideLayouts/slideLayout6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665215"/>
      </p:ext>
    </p:extLst>
  </p:cSld>
  <p:clrMapOvr>
    <a:masterClrMapping/>
  </p:clrMapOvr>
  <p:hf hdr="0" ftr="0" dt="0"/>
</p:sldLayout>
</file>

<file path=ppt/slideLayouts/slideLayout9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642628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0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60430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1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7907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4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AFB647-646C-4130-9EF5-C19C686B1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715000" y="738013"/>
            <a:ext cx="56769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92D6AD5-5357-463C-B785-6A488FFC8D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37007" y="817581"/>
            <a:ext cx="5935869" cy="5238159"/>
          </a:xfrm>
        </p:spPr>
        <p:txBody>
          <a:bodyPr anchor="ctr" anchorCtr="0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EAD023B5-9ABC-4D4A-A1AD-D4D83D6621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1"/>
            <a:ext cx="4876799" cy="6858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picture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C0A0972-FD9A-4E9D-A0A3-BD0AF8C7B7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715000" y="6134100"/>
            <a:ext cx="56769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7930818"/>
      </p:ext>
    </p:extLst>
  </p:cSld>
  <p:clrMapOvr>
    <a:masterClrMapping/>
  </p:clrMapOvr>
</p:sldLayout>
</file>

<file path=ppt/slideLayouts/slideLayout16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id="{4246B94A-8C64-4FBA-B409-1F9487E19C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4592" y="976997"/>
            <a:ext cx="11000208" cy="12399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736CFB-FEC9-D3FB-01C8-D0AF64ED3AE0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34592" y="2244725"/>
            <a:ext cx="7814185" cy="4233713"/>
          </a:xfrm>
        </p:spPr>
        <p:txBody>
          <a:bodyPr/>
          <a:lstStyle/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57EDA23-301F-47EE-3683-0B3206D8F5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3AC3921-F10C-2A33-F8DF-3B42EE1E3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4574" y="723899"/>
            <a:ext cx="1101022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2276092"/>
      </p:ext>
    </p:extLst>
  </p:cSld>
  <p:clrMapOvr>
    <a:masterClrMapping/>
  </p:clrMapOvr>
</p:sldLayout>
</file>

<file path=ppt/slideLayouts/slideLayout19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id="{4246B94A-8C64-4FBA-B409-1F9487E19C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5965" y="976999"/>
            <a:ext cx="11034713" cy="1196853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736CFB-FEC9-D3FB-01C8-D0AF64ED3AE0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41826" y="2244725"/>
            <a:ext cx="2958075" cy="3904268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>
              <a:spcBef>
                <a:spcPts val="0"/>
              </a:spcBef>
              <a:spcAft>
                <a:spcPts val="1200"/>
              </a:spcAft>
              <a:defRPr sz="1800" b="1"/>
            </a:lvl2pPr>
            <a:lvl3pPr>
              <a:spcBef>
                <a:spcPts val="0"/>
              </a:spcBef>
              <a:spcAft>
                <a:spcPts val="1200"/>
              </a:spcAft>
              <a:defRPr sz="1600" b="1"/>
            </a:lvl3pPr>
            <a:lvl4pPr>
              <a:spcBef>
                <a:spcPts val="0"/>
              </a:spcBef>
              <a:spcAft>
                <a:spcPts val="1200"/>
              </a:spcAft>
              <a:defRPr sz="1400" b="1"/>
            </a:lvl4pPr>
            <a:lvl5pPr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A4F2998B-5567-1A45-7720-4998CC19EF0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407226" y="2244725"/>
            <a:ext cx="7353452" cy="3912896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57EDA23-301F-47EE-3683-0B3206D8F5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3AC3921-F10C-2A33-F8DF-3B42EE1E38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4574" y="723899"/>
            <a:ext cx="11010226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0561847"/>
      </p:ext>
    </p:extLst>
  </p:cSld>
  <p:clrMapOvr>
    <a:masterClrMapping/>
  </p:clrMapOvr>
</p:sldLayout>
</file>

<file path=ppt/slideLayouts/slideLayout20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0">
            <a:extLst>
              <a:ext uri="{FF2B5EF4-FFF2-40B4-BE49-F238E27FC236}">
                <a16:creationId xmlns:a16="http://schemas.microsoft.com/office/drawing/2014/main" id="{6DC3399C-8B0E-4D7D-A955-FB1F37CF36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146" y="983901"/>
            <a:ext cx="5724786" cy="1198580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C6D5E5-DE84-EC37-75DB-50DB75B5CD48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10520" y="2244725"/>
            <a:ext cx="5724786" cy="3795683"/>
          </a:xfrm>
        </p:spPr>
        <p:txBody>
          <a:bodyPr/>
          <a:lstStyle>
            <a:lvl1pPr>
              <a:spcBef>
                <a:spcPts val="0"/>
              </a:spcBef>
              <a:spcAft>
                <a:spcPts val="1200"/>
              </a:spcAft>
              <a:defRPr/>
            </a:lvl1pPr>
            <a:lvl2pPr>
              <a:spcBef>
                <a:spcPts val="0"/>
              </a:spcBef>
              <a:spcAft>
                <a:spcPts val="1200"/>
              </a:spcAft>
              <a:defRPr/>
            </a:lvl2pPr>
            <a:lvl3pPr>
              <a:spcBef>
                <a:spcPts val="0"/>
              </a:spcBef>
              <a:spcAft>
                <a:spcPts val="1200"/>
              </a:spcAft>
              <a:defRPr/>
            </a:lvl3pPr>
            <a:lvl4pPr>
              <a:spcBef>
                <a:spcPts val="0"/>
              </a:spcBef>
              <a:spcAft>
                <a:spcPts val="1200"/>
              </a:spcAft>
              <a:defRPr/>
            </a:lvl4pPr>
            <a:lvl5pPr>
              <a:spcBef>
                <a:spcPts val="0"/>
              </a:spcBef>
              <a:spcAft>
                <a:spcPts val="1200"/>
              </a:spcAft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0" name="Picture Placeholder 28">
            <a:extLst>
              <a:ext uri="{FF2B5EF4-FFF2-40B4-BE49-F238E27FC236}">
                <a16:creationId xmlns:a16="http://schemas.microsoft.com/office/drawing/2014/main" id="{E335E712-C7FD-4BAC-B89C-58AF6594A4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00" y="723899"/>
            <a:ext cx="4876800" cy="531651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picture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541CC69-A0B0-C1BE-2165-D8AD1B7D2D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4574" y="723899"/>
            <a:ext cx="57867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147C2FA-8BD9-36BF-787A-3B3C4847BF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669110"/>
      </p:ext>
    </p:extLst>
  </p:cSld>
  <p:clrMapOvr>
    <a:masterClrMapping/>
  </p:clrMapOvr>
</p:sldLayout>
</file>

<file path=ppt/slideLayouts/slideLayout22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9">
            <a:extLst>
              <a:ext uri="{FF2B5EF4-FFF2-40B4-BE49-F238E27FC236}">
                <a16:creationId xmlns:a16="http://schemas.microsoft.com/office/drawing/2014/main" id="{4246B94A-8C64-4FBA-B409-1F9487E19C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0087" y="985626"/>
            <a:ext cx="10703197" cy="1170978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A4F2998B-5567-1A45-7720-4998CC19EF0D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00087" y="2244725"/>
            <a:ext cx="7060200" cy="3912896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2736CFB-FEC9-D3FB-01C8-D0AF64ED3AE0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8445209" y="2244725"/>
            <a:ext cx="2958075" cy="3904268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>
              <a:spcBef>
                <a:spcPts val="0"/>
              </a:spcBef>
              <a:spcAft>
                <a:spcPts val="1200"/>
              </a:spcAft>
              <a:defRPr sz="1800" b="1"/>
            </a:lvl2pPr>
            <a:lvl3pPr>
              <a:spcBef>
                <a:spcPts val="0"/>
              </a:spcBef>
              <a:spcAft>
                <a:spcPts val="1200"/>
              </a:spcAft>
              <a:defRPr sz="1600" b="1"/>
            </a:lvl3pPr>
            <a:lvl4pPr>
              <a:spcBef>
                <a:spcPts val="0"/>
              </a:spcBef>
              <a:spcAft>
                <a:spcPts val="1200"/>
              </a:spcAft>
              <a:defRPr sz="1400" b="1"/>
            </a:lvl4pPr>
            <a:lvl5pPr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457EDA23-301F-47EE-3683-0B3206D8F5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E205FD8-58A9-6B91-010A-1870572FDC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4574" y="723899"/>
            <a:ext cx="1076149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0399518"/>
      </p:ext>
    </p:extLst>
  </p:cSld>
  <p:clrMapOvr>
    <a:masterClrMapping/>
  </p:clrMapOvr>
</p:sldLayout>
</file>

<file path=ppt/slideLayouts/slideLayout23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0">
            <a:extLst>
              <a:ext uri="{FF2B5EF4-FFF2-40B4-BE49-F238E27FC236}">
                <a16:creationId xmlns:a16="http://schemas.microsoft.com/office/drawing/2014/main" id="{6DC3399C-8B0E-4D7D-A955-FB1F37CF367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3860" y="983902"/>
            <a:ext cx="10787370" cy="1051927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C6DB8F81-B3A9-1D53-A844-F980B4ED20C9}"/>
              </a:ext>
            </a:extLst>
          </p:cNvPr>
          <p:cNvSpPr>
            <a:spLocks noGrp="1"/>
          </p:cNvSpPr>
          <p:nvPr>
            <p:ph type="tbl" sz="quarter" idx="15" hasCustomPrompt="1"/>
          </p:nvPr>
        </p:nvSpPr>
        <p:spPr>
          <a:xfrm>
            <a:off x="706608" y="2244725"/>
            <a:ext cx="10761492" cy="3903663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147C2FA-8BD9-36BF-787A-3B3C4847BF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33A6849-B613-7080-903C-A7A211B7C5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724574" y="723899"/>
            <a:ext cx="10761492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645012"/>
      </p:ext>
    </p:extLst>
  </p:cSld>
  <p:clrMapOvr>
    <a:masterClrMapping/>
  </p:clrMapOvr>
</p:sldLayout>
</file>

<file path=ppt/slideLayouts/slideLayout24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9AE8321-5884-9E75-1272-926961F313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439" y="684311"/>
            <a:ext cx="4058728" cy="2749009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D527B4D-405A-DCD2-6970-1162843E0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14484" y="721031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B621246-77E4-43F0-CD40-C7DB9555D2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713726" y="6134059"/>
            <a:ext cx="57867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EB8AC8C-DEDA-D180-1CD8-B67B47276E3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57600" y="3662835"/>
            <a:ext cx="4064567" cy="2468396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/>
            </a:lvl1pPr>
            <a:lvl2pPr marL="457200" indent="0">
              <a:spcBef>
                <a:spcPts val="0"/>
              </a:spcBef>
              <a:buNone/>
              <a:defRPr/>
            </a:lvl2pPr>
            <a:lvl3pPr marL="914400" indent="0">
              <a:spcBef>
                <a:spcPts val="0"/>
              </a:spcBef>
              <a:buNone/>
              <a:defRPr/>
            </a:lvl3pPr>
            <a:lvl4pPr marL="1371600" indent="0">
              <a:spcBef>
                <a:spcPts val="0"/>
              </a:spcBef>
              <a:buNone/>
              <a:defRPr/>
            </a:lvl4pPr>
            <a:lvl5pPr marL="1828800" indent="0">
              <a:spcBef>
                <a:spcPts val="0"/>
              </a:spcBef>
              <a:buNone/>
              <a:defRPr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45230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2.xml" Id="rId8" /><Relationship Type="http://schemas.openxmlformats.org/officeDocument/2006/relationships/slideLayout" Target="/ppt/slideLayouts/slideLayout133.xml" Id="rId13" /><Relationship Type="http://schemas.openxmlformats.org/officeDocument/2006/relationships/slideLayout" Target="/ppt/slideLayouts/slideLayout184.xml" Id="rId18" /><Relationship Type="http://schemas.openxmlformats.org/officeDocument/2006/relationships/slideLayout" Target="/ppt/slideLayouts/slideLayout35.xml" Id="rId3" /><Relationship Type="http://schemas.openxmlformats.org/officeDocument/2006/relationships/slideLayout" Target="/ppt/slideLayouts/slideLayout216.xml" Id="rId21" /><Relationship Type="http://schemas.openxmlformats.org/officeDocument/2006/relationships/slideLayout" Target="/ppt/slideLayouts/slideLayout77.xml" Id="rId7" /><Relationship Type="http://schemas.openxmlformats.org/officeDocument/2006/relationships/slideLayout" Target="/ppt/slideLayouts/slideLayout128.xml" Id="rId12" /><Relationship Type="http://schemas.openxmlformats.org/officeDocument/2006/relationships/slideLayout" Target="/ppt/slideLayouts/slideLayout179.xml" Id="rId17" /><Relationship Type="http://schemas.openxmlformats.org/officeDocument/2006/relationships/theme" Target="/ppt/theme/theme12.xml" Id="rId25" /><Relationship Type="http://schemas.openxmlformats.org/officeDocument/2006/relationships/slideLayout" Target="/ppt/slideLayouts/slideLayout210.xml" Id="rId2" /><Relationship Type="http://schemas.openxmlformats.org/officeDocument/2006/relationships/slideLayout" Target="/ppt/slideLayouts/slideLayout1611.xml" Id="rId16" /><Relationship Type="http://schemas.openxmlformats.org/officeDocument/2006/relationships/slideLayout" Target="/ppt/slideLayouts/slideLayout2012.xml" Id="rId20" /><Relationship Type="http://schemas.openxmlformats.org/officeDocument/2006/relationships/slideLayout" Target="/ppt/slideLayouts/slideLayout113.xml" Id="rId1" /><Relationship Type="http://schemas.openxmlformats.org/officeDocument/2006/relationships/slideLayout" Target="/ppt/slideLayouts/slideLayout614.xml" Id="rId6" /><Relationship Type="http://schemas.openxmlformats.org/officeDocument/2006/relationships/slideLayout" Target="/ppt/slideLayouts/slideLayout1115.xml" Id="rId11" /><Relationship Type="http://schemas.openxmlformats.org/officeDocument/2006/relationships/slideLayout" Target="/ppt/slideLayouts/slideLayout2416.xml" Id="rId24" /><Relationship Type="http://schemas.openxmlformats.org/officeDocument/2006/relationships/slideLayout" Target="/ppt/slideLayouts/slideLayout517.xml" Id="rId5" /><Relationship Type="http://schemas.openxmlformats.org/officeDocument/2006/relationships/slideLayout" Target="/ppt/slideLayouts/slideLayout151.xml" Id="rId15" /><Relationship Type="http://schemas.openxmlformats.org/officeDocument/2006/relationships/slideLayout" Target="/ppt/slideLayouts/slideLayout2318.xml" Id="rId23" /><Relationship Type="http://schemas.openxmlformats.org/officeDocument/2006/relationships/slideLayout" Target="/ppt/slideLayouts/slideLayout1019.xml" Id="rId10" /><Relationship Type="http://schemas.openxmlformats.org/officeDocument/2006/relationships/slideLayout" Target="/ppt/slideLayouts/slideLayout1920.xml" Id="rId19" /><Relationship Type="http://schemas.openxmlformats.org/officeDocument/2006/relationships/slideLayout" Target="/ppt/slideLayouts/slideLayout421.xml" Id="rId4" /><Relationship Type="http://schemas.openxmlformats.org/officeDocument/2006/relationships/slideLayout" Target="/ppt/slideLayouts/slideLayout922.xml" Id="rId9" /><Relationship Type="http://schemas.openxmlformats.org/officeDocument/2006/relationships/slideLayout" Target="/ppt/slideLayouts/slideLayout1423.xml" Id="rId14" /><Relationship Type="http://schemas.openxmlformats.org/officeDocument/2006/relationships/slideLayout" Target="/ppt/slideLayouts/slideLayout2224.xml" Id="rId22" /></Relationships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440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672">
          <p15:clr>
            <a:srgbClr val="F26B43"/>
          </p15:clr>
        </p15:guide>
        <p15:guide id="4" orient="horz" pos="912">
          <p15:clr>
            <a:srgbClr val="F26B43"/>
          </p15:clr>
        </p15:guide>
        <p15:guide id="5" pos="7176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3864">
          <p15:clr>
            <a:srgbClr val="F26B43"/>
          </p15:clr>
        </p15:guide>
      </p15:sldGuideLst>
    </p:ext>
  </p:extLst>
</p:sldMaster>
</file>

<file path=ppt/slides/_rels/slide19.xml.rels>&#65279;<?xml version="1.0" encoding="utf-8"?><Relationships xmlns="http://schemas.openxmlformats.org/package/2006/relationships"><Relationship Type="http://schemas.openxmlformats.org/officeDocument/2006/relationships/image" Target="/ppt/media/image14.jpg" Id="rId3" /><Relationship Type="http://schemas.openxmlformats.org/officeDocument/2006/relationships/notesSlide" Target="/ppt/notesSlides/notesSlide19.xml" Id="rId2" /><Relationship Type="http://schemas.openxmlformats.org/officeDocument/2006/relationships/slideLayout" Target="/ppt/slideLayouts/slideLayout128.xml" Id="rId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notesSlide" Target="/ppt/notesSlides/notesSlide27.xml" Id="rId2" /><Relationship Type="http://schemas.openxmlformats.org/officeDocument/2006/relationships/slideLayout" Target="/ppt/slideLayouts/slideLayout133.xml" Id="rId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image" Target="/ppt/media/image23.jpeg" Id="rId3" /><Relationship Type="http://schemas.openxmlformats.org/officeDocument/2006/relationships/notesSlide" Target="/ppt/notesSlides/notesSlide33.xml" Id="rId2" /><Relationship Type="http://schemas.openxmlformats.org/officeDocument/2006/relationships/slideLayout" Target="/ppt/slideLayouts/slideLayout1423.xml" Id="rId1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image" Target="/ppt/media/image32.jpeg" Id="rId3" /><Relationship Type="http://schemas.openxmlformats.org/officeDocument/2006/relationships/notesSlide" Target="/ppt/notesSlides/notesSlide41.xml" Id="rId2" /><Relationship Type="http://schemas.openxmlformats.org/officeDocument/2006/relationships/slideLayout" Target="/ppt/slideLayouts/slideLayout151.xml" Id="rId1" /></Relationships>
</file>

<file path=ppt/slides/_rels/slide78.xml.rels>&#65279;<?xml version="1.0" encoding="utf-8"?><Relationships xmlns="http://schemas.openxmlformats.org/package/2006/relationships"><Relationship Type="http://schemas.openxmlformats.org/officeDocument/2006/relationships/notesSlide" Target="/ppt/notesSlides/notesSlide78.xml" Id="rId2" /><Relationship Type="http://schemas.openxmlformats.org/officeDocument/2006/relationships/slideLayout" Target="/ppt/slideLayouts/slideLayout184.xml" Id="rId1" /></Relationships>
</file>

<file path=ppt/slides/_rels/slide84.xml.rels>&#65279;<?xml version="1.0" encoding="utf-8"?><Relationships xmlns="http://schemas.openxmlformats.org/package/2006/relationships"><Relationship Type="http://schemas.openxmlformats.org/officeDocument/2006/relationships/notesSlide" Target="/ppt/notesSlides/notesSlide84.xml" Id="rId2" /><Relationship Type="http://schemas.openxmlformats.org/officeDocument/2006/relationships/slideLayout" Target="/ppt/slideLayouts/slideLayout1920.xml" Id="rId1" /></Relationships>
</file>

<file path=ppt/slides/_rels/slide92.xml.rels>&#65279;<?xml version="1.0" encoding="utf-8"?><Relationships xmlns="http://schemas.openxmlformats.org/package/2006/relationships"><Relationship Type="http://schemas.openxmlformats.org/officeDocument/2006/relationships/image" Target="/ppt/media/image32.jpeg" Id="rId3" /><Relationship Type="http://schemas.openxmlformats.org/officeDocument/2006/relationships/notesSlide" Target="/ppt/notesSlides/notesSlide92.xml" Id="rId2" /><Relationship Type="http://schemas.openxmlformats.org/officeDocument/2006/relationships/slideLayout" Target="/ppt/slideLayouts/slideLayout2012.xml" Id="rId1" /></Relationships>
</file>

<file path=ppt/slides/_rels/slide126.xml.rels>&#65279;<?xml version="1.0" encoding="utf-8"?><Relationships xmlns="http://schemas.openxmlformats.org/package/2006/relationships"><Relationship Type="http://schemas.openxmlformats.org/officeDocument/2006/relationships/notesSlide" Target="/ppt/notesSlides/notesSlide126.xml" Id="rId2" /><Relationship Type="http://schemas.openxmlformats.org/officeDocument/2006/relationships/slideLayout" Target="/ppt/slideLayouts/slideLayout2318.xml" Id="rId1" /></Relationships>
</file>

<file path=ppt/slides/_rels/slide135.xml.rels>&#65279;<?xml version="1.0" encoding="utf-8"?><Relationships xmlns="http://schemas.openxmlformats.org/package/2006/relationships"><Relationship Type="http://schemas.openxmlformats.org/officeDocument/2006/relationships/notesSlide" Target="/ppt/notesSlides/notesSlide135.xml" Id="rId2" /><Relationship Type="http://schemas.openxmlformats.org/officeDocument/2006/relationships/slideLayout" Target="/ppt/slideLayouts/slideLayout2416.xml" Id="rId1" /></Relationships>
</file>

<file path=ppt/slides/_rels/slide512.xml.rels>&#65279;<?xml version="1.0" encoding="utf-8"?><Relationships xmlns="http://schemas.openxmlformats.org/package/2006/relationships"><Relationship Type="http://schemas.openxmlformats.org/officeDocument/2006/relationships/notesSlide" Target="/ppt/notesSlides/notesSlide512.xml" Id="rId2" /><Relationship Type="http://schemas.openxmlformats.org/officeDocument/2006/relationships/slideLayout" Target="/ppt/slideLayouts/slideLayout1611.xml" Id="rId1" /></Relationships>
</file>

<file path=ppt/slides/_rels/slide611.xml.rels>&#65279;<?xml version="1.0" encoding="utf-8"?><Relationships xmlns="http://schemas.openxmlformats.org/package/2006/relationships"><Relationship Type="http://schemas.openxmlformats.org/officeDocument/2006/relationships/image" Target="/ppt/media/image45.jpg" Id="rId3" /><Relationship Type="http://schemas.openxmlformats.org/officeDocument/2006/relationships/notesSlide" Target="/ppt/notesSlides/notesSlide611.xml" Id="rId2" /><Relationship Type="http://schemas.openxmlformats.org/officeDocument/2006/relationships/slideLayout" Target="/ppt/slideLayouts/slideLayout179.xml" Id="rId1" /></Relationships>
</file>

<file path=ppt/slides/_rels/slide1013.xml.rels>&#65279;<?xml version="1.0" encoding="utf-8"?><Relationships xmlns="http://schemas.openxmlformats.org/package/2006/relationships"><Relationship Type="http://schemas.openxmlformats.org/officeDocument/2006/relationships/notesSlide" Target="/ppt/notesSlides/notesSlide1013.xml" Id="rId2" /><Relationship Type="http://schemas.openxmlformats.org/officeDocument/2006/relationships/slideLayout" Target="/ppt/slideLayouts/slideLayout216.xml" Id="rId1" /></Relationships>
</file>

<file path=ppt/slides/_rels/slide1110.xml.rels>&#65279;<?xml version="1.0" encoding="utf-8"?><Relationships xmlns="http://schemas.openxmlformats.org/package/2006/relationships"><Relationship Type="http://schemas.openxmlformats.org/officeDocument/2006/relationships/notesSlide" Target="/ppt/notesSlides/notesSlide1110.xml" Id="rId2" /><Relationship Type="http://schemas.openxmlformats.org/officeDocument/2006/relationships/slideLayout" Target="/ppt/slideLayouts/slideLayout2224.xml" Id="rId1" /></Relationships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99D8326-B701-CBE8-39AA-6C700DA49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pic>
        <p:nvPicPr>
          <p:cNvPr id="8" name="Picture Placeholder 13" descr="A close-up of a pine cone">
            <a:extLst>
              <a:ext uri="{FF2B5EF4-FFF2-40B4-BE49-F238E27FC236}">
                <a16:creationId xmlns:a16="http://schemas.microsoft.com/office/drawing/2014/main" id="{975CC0D6-B1DF-FCDA-F41E-56F7EFA2D49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/>
          <a:srcRect t="2885" b="2885"/>
          <a:stretch/>
        </p:blipFill>
        <p:spPr/>
      </p:pic>
    </p:spTree>
    <p:extLst>
      <p:ext uri="{BB962C8B-B14F-4D97-AF65-F5344CB8AC3E}">
        <p14:creationId xmlns:p14="http://schemas.microsoft.com/office/powerpoint/2010/main" val="29222889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8BEF5F-00BC-5BA7-C0E2-94A5C1FC0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us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7243AA-A570-5533-577C-6CF74FAD07D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At Contoso, we empower farming communities to foster collaborative thinking to further drive workplace innovation. By closing the loop and leveraging ethical farming methods, we help businesses grow organically and nurture a consumer first mindset.</a:t>
            </a:r>
          </a:p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128192-0728-892D-258C-A8F14C65D6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8171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0417AF4-08C0-FC51-8823-C041945D63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Company overview</a:t>
            </a:r>
          </a:p>
        </p:txBody>
      </p:sp>
      <p:pic>
        <p:nvPicPr>
          <p:cNvPr id="5" name="Picture Placeholder 16" descr="Logs Stacked ">
            <a:extLst>
              <a:ext uri="{FF2B5EF4-FFF2-40B4-BE49-F238E27FC236}">
                <a16:creationId xmlns:a16="http://schemas.microsoft.com/office/drawing/2014/main" id="{91CDF817-5DD8-B6A6-422E-3161F6D60CC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58" r="258"/>
          <a:stretch/>
        </p:blipFill>
        <p:spPr/>
      </p:pic>
    </p:spTree>
    <p:extLst>
      <p:ext uri="{BB962C8B-B14F-4D97-AF65-F5344CB8AC3E}">
        <p14:creationId xmlns:p14="http://schemas.microsoft.com/office/powerpoint/2010/main" val="32505606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2BF5439E-A994-3EE5-80B8-64D8C5A922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Product overview</a:t>
            </a:r>
          </a:p>
        </p:txBody>
      </p:sp>
      <p:sp>
        <p:nvSpPr>
          <p:cNvPr id="23" name="Subtitle 22">
            <a:extLst>
              <a:ext uri="{FF2B5EF4-FFF2-40B4-BE49-F238E27FC236}">
                <a16:creationId xmlns:a16="http://schemas.microsoft.com/office/drawing/2014/main" id="{D5FF0C52-0A5C-D2E2-6605-0DCC0E0DCE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First beautifully designed product that's both stylish and functional</a:t>
            </a:r>
          </a:p>
        </p:txBody>
      </p:sp>
      <p:pic>
        <p:nvPicPr>
          <p:cNvPr id="8" name="Picture Placeholder 12" descr="A dog sitting in the sun rays coming through the trees in a forest ">
            <a:extLst>
              <a:ext uri="{FF2B5EF4-FFF2-40B4-BE49-F238E27FC236}">
                <a16:creationId xmlns:a16="http://schemas.microsoft.com/office/drawing/2014/main" id="{D97472DC-8A80-1368-489B-875AC64FA5D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989" r="6989"/>
          <a:stretch/>
        </p:blipFill>
        <p:spPr/>
      </p:pic>
    </p:spTree>
    <p:extLst>
      <p:ext uri="{BB962C8B-B14F-4D97-AF65-F5344CB8AC3E}">
        <p14:creationId xmlns:p14="http://schemas.microsoft.com/office/powerpoint/2010/main" val="188956057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9FE95-42FD-9AB0-913D-DFE3A18AF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591" y="976997"/>
            <a:ext cx="11034713" cy="1188227"/>
          </a:xfrm>
        </p:spPr>
        <p:txBody>
          <a:bodyPr/>
          <a:lstStyle/>
          <a:p>
            <a:r>
              <a:rPr lang="en-US" dirty="0"/>
              <a:t>Our competition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DD9D89-0B97-5577-308E-9F320E5DC49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noProof="1"/>
              <a:t>Our product is priced below that of other companies on the market</a:t>
            </a:r>
          </a:p>
          <a:p>
            <a:r>
              <a:rPr lang="en-US" noProof="1"/>
              <a:t>Design is simple and easy to use, compared to the complex designs of the competitors</a:t>
            </a:r>
          </a:p>
          <a:p>
            <a:r>
              <a:rPr lang="en-US" noProof="1"/>
              <a:t>Affordability is the main draw for our consumers to our product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A021E0D1-93E4-278F-190D-F92AD186169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noProof="1"/>
              <a:t>Company A product is more expensive</a:t>
            </a:r>
          </a:p>
          <a:p>
            <a:r>
              <a:rPr lang="en-US" noProof="1"/>
              <a:t>Companies B &amp; C product is expensive and inconvenient to use</a:t>
            </a:r>
          </a:p>
          <a:p>
            <a:r>
              <a:rPr lang="en-US" noProof="1"/>
              <a:t>Companies D &amp; E product is affordable, but inconvenient to use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CBC99EE-15DF-A164-D7A5-05B6D09C80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19857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6E1DE-D988-960C-DAB5-9F76114BF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overview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B4A257E-4735-6F03-8A06-72A76A187FF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Unique</a:t>
            </a:r>
          </a:p>
          <a:p>
            <a:r>
              <a:rPr lang="en-US" dirty="0"/>
              <a:t>First to market</a:t>
            </a:r>
          </a:p>
          <a:p>
            <a:r>
              <a:rPr lang="en-US" dirty="0"/>
              <a:t>Tested</a:t>
            </a:r>
          </a:p>
          <a:p>
            <a:r>
              <a:rPr lang="en-US" dirty="0"/>
              <a:t>Authentic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EBEEF04-935C-A06F-62F6-BCFF0B291A2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4407226" y="2244725"/>
            <a:ext cx="7060200" cy="3912896"/>
          </a:xfrm>
        </p:spPr>
        <p:txBody>
          <a:bodyPr/>
          <a:lstStyle/>
          <a:p>
            <a:r>
              <a:rPr lang="en-US" dirty="0"/>
              <a:t>Only product specifically dedicated to this niche market</a:t>
            </a:r>
          </a:p>
          <a:p>
            <a:r>
              <a:rPr lang="en-US" dirty="0"/>
              <a:t>First beautifully designed product that's both stylish and functional</a:t>
            </a:r>
          </a:p>
          <a:p>
            <a:r>
              <a:rPr lang="en-US" dirty="0"/>
              <a:t>Conducted testing with college students in the area</a:t>
            </a:r>
          </a:p>
          <a:p>
            <a:r>
              <a:rPr lang="en-US" dirty="0"/>
              <a:t>Designed with the help and input of experts in the field 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22643B0-B668-8150-0AAC-AFA1C4310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523696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A4025A9-7726-7F83-4A59-6CF84E4B900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Growth strategy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7D1EAF7-58DB-398E-A0A7-0514B6F3301A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b="1" dirty="0"/>
              <a:t>Feb 20XX: </a:t>
            </a:r>
            <a:r>
              <a:rPr lang="en-US" dirty="0"/>
              <a:t>roll out product to high profile or top-level participants to help establish the product</a:t>
            </a:r>
          </a:p>
          <a:p>
            <a:r>
              <a:rPr lang="en-US" b="1" dirty="0"/>
              <a:t>May 20XX: </a:t>
            </a:r>
            <a:r>
              <a:rPr lang="en-US" dirty="0"/>
              <a:t>release the product to the public and monitor press release and social media accounts</a:t>
            </a:r>
          </a:p>
          <a:p>
            <a:r>
              <a:rPr lang="en-US" b="1" dirty="0"/>
              <a:t>Oct 20XX: </a:t>
            </a:r>
            <a:r>
              <a:rPr lang="en-US" dirty="0"/>
              <a:t>gather feedback and adjust product design as necessary</a:t>
            </a:r>
          </a:p>
        </p:txBody>
      </p:sp>
      <p:pic>
        <p:nvPicPr>
          <p:cNvPr id="8" name="Picture Placeholder 12" descr="A dog sitting in the sun rays coming through the trees in a forest ">
            <a:extLst>
              <a:ext uri="{FF2B5EF4-FFF2-40B4-BE49-F238E27FC236}">
                <a16:creationId xmlns:a16="http://schemas.microsoft.com/office/drawing/2014/main" id="{4AA23396-D2B1-1CF5-8AD7-3F6BEDAE92D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940" b="4940"/>
          <a:stretch/>
        </p:blipFill>
        <p:spPr/>
      </p:pic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3A137E53-FBD3-20BC-7B61-06C47E6343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3150231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8DC305B-3618-27A9-A1E7-D682A9570EF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Financials</a:t>
            </a:r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7489C713-E2C8-20DD-E0CE-33EFCF61EBEC}"/>
              </a:ext>
            </a:extLst>
          </p:cNvPr>
          <p:cNvGraphicFramePr>
            <a:graphicFrameLocks noGrp="1"/>
          </p:cNvGraphicFramePr>
          <p:nvPr>
            <p:ph type="tbl" sz="quarter" idx="15"/>
            <p:extLst>
              <p:ext uri="{D42A27DB-BD31-4B8C-83A1-F6EECF244321}">
                <p14:modId xmlns:p14="http://schemas.microsoft.com/office/powerpoint/2010/main" val="2248213523"/>
              </p:ext>
            </p:extLst>
          </p:nvPr>
        </p:nvGraphicFramePr>
        <p:xfrm>
          <a:off x="706438" y="2244725"/>
          <a:ext cx="10742851" cy="3904271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482982">
                  <a:extLst>
                    <a:ext uri="{9D8B030D-6E8A-4147-A177-3AD203B41FA5}">
                      <a16:colId xmlns:a16="http://schemas.microsoft.com/office/drawing/2014/main" val="3446012419"/>
                    </a:ext>
                  </a:extLst>
                </a:gridCol>
                <a:gridCol w="2086623">
                  <a:extLst>
                    <a:ext uri="{9D8B030D-6E8A-4147-A177-3AD203B41FA5}">
                      <a16:colId xmlns:a16="http://schemas.microsoft.com/office/drawing/2014/main" val="4052646397"/>
                    </a:ext>
                  </a:extLst>
                </a:gridCol>
                <a:gridCol w="2086623">
                  <a:extLst>
                    <a:ext uri="{9D8B030D-6E8A-4147-A177-3AD203B41FA5}">
                      <a16:colId xmlns:a16="http://schemas.microsoft.com/office/drawing/2014/main" val="1935352797"/>
                    </a:ext>
                  </a:extLst>
                </a:gridCol>
                <a:gridCol w="2086623">
                  <a:extLst>
                    <a:ext uri="{9D8B030D-6E8A-4147-A177-3AD203B41FA5}">
                      <a16:colId xmlns:a16="http://schemas.microsoft.com/office/drawing/2014/main" val="1218263486"/>
                    </a:ext>
                  </a:extLst>
                </a:gridCol>
              </a:tblGrid>
              <a:tr h="557753"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Year 1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Year 2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Year 3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0773105"/>
                  </a:ext>
                </a:extLst>
              </a:tr>
              <a:tr h="557753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Income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42911372"/>
                  </a:ext>
                </a:extLst>
              </a:tr>
              <a:tr h="557753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Users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50,000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400,000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1,600,000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3393929"/>
                  </a:ext>
                </a:extLst>
              </a:tr>
              <a:tr h="557753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Sales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500,000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4,000,000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16,000,000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711469"/>
                  </a:ext>
                </a:extLst>
              </a:tr>
              <a:tr h="557753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Average price per sale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75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80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90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8944196"/>
                  </a:ext>
                </a:extLst>
              </a:tr>
              <a:tr h="557753">
                <a:tc>
                  <a:txBody>
                    <a:bodyPr/>
                    <a:lstStyle/>
                    <a:p>
                      <a:pPr lvl="1"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Revenue @ 15%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5,625,000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48,000,000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0" u="none" strike="noStrike" dirty="0">
                          <a:solidFill>
                            <a:schemeClr val="tx1"/>
                          </a:solidFill>
                          <a:effectLst/>
                        </a:rPr>
                        <a:t>216,000,000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1606819"/>
                  </a:ext>
                </a:extLst>
              </a:tr>
              <a:tr h="557753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Gross profit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28800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5,625,000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48,000,000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216,000,000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120011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093BCB-F983-2D12-38C4-2A8CA071ED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296566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796C4E-41C8-0AB3-6886-FBB7C56965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1E39F92-B979-41AB-0918-CE4FADCA0D09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Brita Tamm </a:t>
            </a:r>
          </a:p>
          <a:p>
            <a:r>
              <a:rPr lang="en-US" dirty="0"/>
              <a:t>502-555-0152 </a:t>
            </a:r>
          </a:p>
          <a:p>
            <a:r>
              <a:rPr lang="en-US" dirty="0"/>
              <a:t>brita@firstupconsultants.com </a:t>
            </a:r>
          </a:p>
          <a:p>
            <a:r>
              <a:rPr lang="en-US" dirty="0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1716896367"/>
      </p:ext>
    </p:extLst>
  </p:cSld>
  <p:clrMapOvr>
    <a:masterClrMapping/>
  </p:clrMapOvr>
</p:sld>
</file>

<file path=ppt/slides/slide5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6C19A-30E3-001C-1A19-8812A6F8D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32A4BB-EBAC-A965-82D8-1198A802BA6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b="1" dirty="0"/>
              <a:t>Market gap: </a:t>
            </a:r>
            <a:r>
              <a:rPr lang="en-US" dirty="0"/>
              <a:t>few, if any, products on the market help customers like we do</a:t>
            </a:r>
          </a:p>
          <a:p>
            <a:r>
              <a:rPr lang="en-US" b="1" dirty="0"/>
              <a:t>Customers: </a:t>
            </a:r>
            <a:r>
              <a:rPr lang="en-US" dirty="0"/>
              <a:t>66% of US consumers spend money on multiple products that only partially resolves their issue</a:t>
            </a:r>
          </a:p>
          <a:p>
            <a:r>
              <a:rPr lang="en-US" b="1" dirty="0"/>
              <a:t>Financials: </a:t>
            </a:r>
            <a:r>
              <a:rPr lang="en-US" dirty="0"/>
              <a:t>millennials account for about a quarter of the $48 billion spent on other products in 2018</a:t>
            </a:r>
          </a:p>
          <a:p>
            <a:r>
              <a:rPr lang="en-US" b="1" dirty="0"/>
              <a:t>Costs: </a:t>
            </a:r>
            <a:r>
              <a:rPr lang="en-US" dirty="0"/>
              <a:t>loss of productivity costing consumers thousands of dollars </a:t>
            </a:r>
          </a:p>
          <a:p>
            <a:r>
              <a:rPr lang="en-US" b="1" dirty="0"/>
              <a:t>Usability: </a:t>
            </a:r>
            <a:r>
              <a:rPr lang="en-US" dirty="0"/>
              <a:t>customers want something easy to use that helps make their life easier 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E941DE2-1E04-BCDD-5770-8991998B6B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300136"/>
      </p:ext>
    </p:extLst>
  </p:cSld>
  <p:clrMapOvr>
    <a:masterClrMapping/>
  </p:clrMapOvr>
</p:sld>
</file>

<file path=ppt/slides/slide6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E82A33-7ED3-A4A3-7E06-B568D6D13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benefits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777958E-E73E-C5A9-C0E3-3DD9808453DB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noProof="1"/>
              <a:t>Online store and market swap</a:t>
            </a:r>
          </a:p>
        </p:txBody>
      </p:sp>
      <p:pic>
        <p:nvPicPr>
          <p:cNvPr id="14" name="Picture Placeholder 33" descr="A river with boats in it surrounded by trees">
            <a:extLst>
              <a:ext uri="{FF2B5EF4-FFF2-40B4-BE49-F238E27FC236}">
                <a16:creationId xmlns:a16="http://schemas.microsoft.com/office/drawing/2014/main" id="{C87A0E87-E987-D779-B17A-3A89F2E6F37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18580" r="18580"/>
          <a:stretch/>
        </p:blipFill>
        <p:spPr/>
      </p:pic>
    </p:spTree>
    <p:extLst>
      <p:ext uri="{BB962C8B-B14F-4D97-AF65-F5344CB8AC3E}">
        <p14:creationId xmlns:p14="http://schemas.microsoft.com/office/powerpoint/2010/main" val="209861386"/>
      </p:ext>
    </p:extLst>
  </p:cSld>
  <p:clrMapOvr>
    <a:masterClrMapping/>
  </p:clrMapOvr>
</p:sld>
</file>

<file path=ppt/slides/slide10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8EDD0FE-CB9F-D325-2903-8DC746DE616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Market overview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70E077E-50F0-48B5-6482-2D14598CB2DD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Opportunity to build</a:t>
            </a:r>
          </a:p>
          <a:p>
            <a:r>
              <a:rPr lang="en-US" dirty="0"/>
              <a:t>Fully inclusive market</a:t>
            </a:r>
          </a:p>
          <a:p>
            <a:r>
              <a:rPr lang="en-US" dirty="0"/>
              <a:t>Total addressable market</a:t>
            </a:r>
          </a:p>
          <a:p>
            <a:r>
              <a:rPr lang="en-US" noProof="1"/>
              <a:t>Freedom to invent</a:t>
            </a:r>
            <a:endParaRPr lang="en-US" dirty="0"/>
          </a:p>
          <a:p>
            <a:r>
              <a:rPr lang="en-US" noProof="1"/>
              <a:t>Selectively inclusive market</a:t>
            </a:r>
          </a:p>
          <a:p>
            <a:r>
              <a:rPr lang="en-US" noProof="1"/>
              <a:t>Serviceable available market</a:t>
            </a:r>
          </a:p>
        </p:txBody>
      </p:sp>
      <p:graphicFrame>
        <p:nvGraphicFramePr>
          <p:cNvPr id="6" name="Table 11">
            <a:extLst>
              <a:ext uri="{FF2B5EF4-FFF2-40B4-BE49-F238E27FC236}">
                <a16:creationId xmlns:a16="http://schemas.microsoft.com/office/drawing/2014/main" id="{CDFEEA81-FFBA-2786-FB16-56C8D12A3D88}"/>
              </a:ext>
            </a:extLst>
          </p:cNvPr>
          <p:cNvGraphicFramePr>
            <a:graphicFrameLocks noGrp="1"/>
          </p:cNvGraphicFramePr>
          <p:nvPr>
            <p:ph type="tbl" sz="quarter" idx="15"/>
            <p:extLst>
              <p:ext uri="{D42A27DB-BD31-4B8C-83A1-F6EECF244321}">
                <p14:modId xmlns:p14="http://schemas.microsoft.com/office/powerpoint/2010/main" val="2164672901"/>
              </p:ext>
            </p:extLst>
          </p:nvPr>
        </p:nvGraphicFramePr>
        <p:xfrm>
          <a:off x="4406900" y="2244725"/>
          <a:ext cx="7060198" cy="3904265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1147850">
                  <a:extLst>
                    <a:ext uri="{9D8B030D-6E8A-4147-A177-3AD203B41FA5}">
                      <a16:colId xmlns:a16="http://schemas.microsoft.com/office/drawing/2014/main" val="3233966979"/>
                    </a:ext>
                  </a:extLst>
                </a:gridCol>
                <a:gridCol w="1147850">
                  <a:extLst>
                    <a:ext uri="{9D8B030D-6E8A-4147-A177-3AD203B41FA5}">
                      <a16:colId xmlns:a16="http://schemas.microsoft.com/office/drawing/2014/main" val="1158840958"/>
                    </a:ext>
                  </a:extLst>
                </a:gridCol>
                <a:gridCol w="1147850">
                  <a:extLst>
                    <a:ext uri="{9D8B030D-6E8A-4147-A177-3AD203B41FA5}">
                      <a16:colId xmlns:a16="http://schemas.microsoft.com/office/drawing/2014/main" val="1014947327"/>
                    </a:ext>
                  </a:extLst>
                </a:gridCol>
                <a:gridCol w="1808324">
                  <a:extLst>
                    <a:ext uri="{9D8B030D-6E8A-4147-A177-3AD203B41FA5}">
                      <a16:colId xmlns:a16="http://schemas.microsoft.com/office/drawing/2014/main" val="2653728004"/>
                    </a:ext>
                  </a:extLst>
                </a:gridCol>
                <a:gridCol w="1808324">
                  <a:extLst>
                    <a:ext uri="{9D8B030D-6E8A-4147-A177-3AD203B41FA5}">
                      <a16:colId xmlns:a16="http://schemas.microsoft.com/office/drawing/2014/main" val="4218738779"/>
                    </a:ext>
                  </a:extLst>
                </a:gridCol>
              </a:tblGrid>
              <a:tr h="780853">
                <a:tc>
                  <a:txBody>
                    <a:bodyPr/>
                    <a:lstStyle/>
                    <a:p>
                      <a:pPr algn="l"/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Clients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Orders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Gross revenue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Net revenue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extLst>
                  <a:ext uri="{0D108BD9-81ED-4DB2-BD59-A6C34878D82A}">
                    <a16:rowId xmlns:a16="http://schemas.microsoft.com/office/drawing/2014/main" val="3213590700"/>
                  </a:ext>
                </a:extLst>
              </a:tr>
              <a:tr h="78085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20XX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100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$10,000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$7,000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extLst>
                  <a:ext uri="{0D108BD9-81ED-4DB2-BD59-A6C34878D82A}">
                    <a16:rowId xmlns:a16="http://schemas.microsoft.com/office/drawing/2014/main" val="2830826746"/>
                  </a:ext>
                </a:extLst>
              </a:tr>
              <a:tr h="78085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20XX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200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$20,000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$16,000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extLst>
                  <a:ext uri="{0D108BD9-81ED-4DB2-BD59-A6C34878D82A}">
                    <a16:rowId xmlns:a16="http://schemas.microsoft.com/office/drawing/2014/main" val="2517333721"/>
                  </a:ext>
                </a:extLst>
              </a:tr>
              <a:tr h="78085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20XX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300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$30,000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$25,000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extLst>
                  <a:ext uri="{0D108BD9-81ED-4DB2-BD59-A6C34878D82A}">
                    <a16:rowId xmlns:a16="http://schemas.microsoft.com/office/drawing/2014/main" val="3321589815"/>
                  </a:ext>
                </a:extLst>
              </a:tr>
              <a:tr h="780853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20XX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40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400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$40,000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$30,000</a:t>
                      </a:r>
                      <a:endParaRPr lang="ru-RU" sz="1800" dirty="0">
                        <a:solidFill>
                          <a:schemeClr val="tx1"/>
                        </a:solidFill>
                      </a:endParaRPr>
                    </a:p>
                  </a:txBody>
                  <a:tcPr marL="95186" marR="95186" marT="47593" marB="47593" anchor="ctr"/>
                </a:tc>
                <a:extLst>
                  <a:ext uri="{0D108BD9-81ED-4DB2-BD59-A6C34878D82A}">
                    <a16:rowId xmlns:a16="http://schemas.microsoft.com/office/drawing/2014/main" val="3345832805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38FAA4-A6F5-934B-4912-1EDAEE5E88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119532"/>
      </p:ext>
    </p:extLst>
  </p:cSld>
  <p:clrMapOvr>
    <a:masterClrMapping/>
  </p:clrMapOvr>
</p:sld>
</file>

<file path=ppt/slides/slide1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6BAA7C-C2CE-0767-7E65-A8446CAB4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EB5C53-861F-AFC8-A7EB-AB6D6CEDE55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Our product makes consumer lives easier, and no other product on the market offers the same features</a:t>
            </a:r>
          </a:p>
          <a:p>
            <a:r>
              <a:rPr lang="en-US" dirty="0"/>
              <a:t>Gen Z (18-25 years old)</a:t>
            </a:r>
          </a:p>
          <a:p>
            <a:r>
              <a:rPr lang="en-US" dirty="0"/>
              <a:t>Reduce expenses for replacement products </a:t>
            </a:r>
          </a:p>
          <a:p>
            <a:r>
              <a:rPr lang="en-US" dirty="0"/>
              <a:t>Simple design that gives customers the targeted information they need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40FE793-12E4-E91B-0A28-F742FBC1B0C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Close the gap</a:t>
            </a:r>
          </a:p>
          <a:p>
            <a:r>
              <a:rPr lang="en-US" dirty="0"/>
              <a:t>Target audience </a:t>
            </a:r>
          </a:p>
          <a:p>
            <a:r>
              <a:rPr lang="en-US" dirty="0"/>
              <a:t>Cost savings</a:t>
            </a:r>
          </a:p>
          <a:p>
            <a:r>
              <a:rPr lang="en-US" dirty="0"/>
              <a:t>Easy to use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4E7476-5623-B049-A438-FC057ABDB8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197648"/>
      </p:ext>
    </p:extLst>
  </p:cSld>
  <p:clrMapOvr>
    <a:masterClrMapping/>
  </p:clrMapOvr>
</p:sld>
</file>

<file path=ppt/theme/theme12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3.xml.rels>&#65279;<?xml version="1.0" encoding="utf-8"?><Relationships xmlns="http://schemas.openxmlformats.org/package/2006/relationships"><Relationship Type="http://schemas.openxmlformats.org/officeDocument/2006/relationships/customXmlProps" Target="/customXml/itemProps31.xml" Id="rId1" /></Relationships>
</file>

<file path=customXml/_rels/item13.xml.rels>&#65279;<?xml version="1.0" encoding="utf-8"?><Relationships xmlns="http://schemas.openxmlformats.org/package/2006/relationships"><Relationship Type="http://schemas.openxmlformats.org/officeDocument/2006/relationships/customXmlProps" Target="/customXml/itemProps13.xml" Id="rId1" /></Relationships>
</file>

<file path=customXml/_rels/item22.xml.rels>&#65279;<?xml version="1.0" encoding="utf-8"?><Relationships xmlns="http://schemas.openxmlformats.org/package/2006/relationships"><Relationship Type="http://schemas.openxmlformats.org/officeDocument/2006/relationships/customXmlProps" Target="/customXml/itemProps22.xml" Id="rId1" /></Relationship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1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3.xml><?xml version="1.0" encoding="utf-8"?>
<ds:datastoreItem xmlns:ds="http://schemas.openxmlformats.org/officeDocument/2006/customXml" ds:itemID="{995FE3D2-AB53-4F3D-8791-B4AA764B47F1}">
  <ds:schemaRefs>
    <ds:schemaRef ds:uri="http://schemas.microsoft.com/sharepoint/v3/contenttype/forms"/>
  </ds:schemaRefs>
</ds:datastoreItem>
</file>

<file path=customXml/itemProps22.xml><?xml version="1.0" encoding="utf-8"?>
<ds:datastoreItem xmlns:ds="http://schemas.openxmlformats.org/officeDocument/2006/customXml" ds:itemID="{0FDEC8C5-155D-4CD7-98CB-88A657420A1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1.xml><?xml version="1.0" encoding="utf-8"?>
<ds:datastoreItem xmlns:ds="http://schemas.openxmlformats.org/officeDocument/2006/customXml" ds:itemID="{1657736A-C21D-40FD-9C3B-2A541E56B23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ap:Properties xmlns:vt="http://schemas.openxmlformats.org/officeDocument/2006/docPropsVTypes" xmlns:ap="http://schemas.openxmlformats.org/officeDocument/2006/extended-properties">
  <ap:Template>ChronicleVTI</ap:Template>
  <ap:TotalTime>9</ap:TotalTime>
  <ap:Words>479</ap:Words>
  <ap:Application>Microsoft Office PowerPoint</ap:Application>
  <ap:PresentationFormat>Widescreen</ap:PresentationFormat>
  <ap:Paragraphs>125</ap:Paragraphs>
  <ap:Slides>13</ap:Slides>
  <ap:Notes>13</ap:Notes>
  <ap:HiddenSlides>0</ap:HiddenSlides>
  <ap:MMClips>0</ap:MMClips>
  <ap:ScaleCrop>false</ap:ScaleCrop>
  <ap:HeadingPairs>
    <vt:vector baseType="variant" size="6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ap:HeadingPairs>
  <ap:TitlesOfParts>
    <vt:vector baseType="lpstr" size="18">
      <vt:lpstr>Arial</vt:lpstr>
      <vt:lpstr>Calibri</vt:lpstr>
      <vt:lpstr>Calisto MT</vt:lpstr>
      <vt:lpstr>Univers Condensed</vt:lpstr>
      <vt:lpstr>ChronicleVTI</vt:lpstr>
      <vt:lpstr>Pitch Deck</vt:lpstr>
      <vt:lpstr>About us</vt:lpstr>
      <vt:lpstr>Company overview</vt:lpstr>
      <vt:lpstr>Product overview</vt:lpstr>
      <vt:lpstr>Problem</vt:lpstr>
      <vt:lpstr>Product benefits</vt:lpstr>
      <vt:lpstr>Our competition</vt:lpstr>
      <vt:lpstr>Product overview </vt:lpstr>
      <vt:lpstr>Growth strategy</vt:lpstr>
      <vt:lpstr>Market overview</vt:lpstr>
      <vt:lpstr>Solution</vt:lpstr>
      <vt:lpstr>Financials</vt:lpstr>
      <vt:lpstr>Thank you</vt:lpstr>
    </vt:vector>
  </ap:TitlesOfParts>
  <ap:Company/>
  <ap:LinksUpToDate>false</ap:LinksUpToDate>
  <ap:SharedDoc>false</ap:SharedDoc>
  <ap:HyperlinksChanged>false</ap:HyperlinksChanged>
  <ap:AppVersion>16.0000</ap:AppVers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 Deck</dc:title>
  <cp:revision>2</cp:revision>
  <dcterms:created xsi:type="dcterms:W3CDTF">2024-01-08T19:59:49Z</dcterms:created>
  <dcterms:modified xsi:type="dcterms:W3CDTF">2024-03-08T18:08:24Z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